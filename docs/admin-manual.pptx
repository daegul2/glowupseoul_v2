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어드민 사용 설명서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사람도 이 문서 하나로 어드민과 홈페이지를 운영할 수 있도록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용어 없이 · 모든 입력 칸 빠짐없이 · 예시와 함께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59893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8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Korea Medical Tourism Concierge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82880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508863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4855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시작하기 전에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순서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(검색 키워드)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매트릭스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시술↔기기 매트릭스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메커니즘 (부록)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브랜드와 병원의 관계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1645920"/>
          <a:ext cx="508863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4855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× 시술 가격표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B&amp;A (전후사진)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피드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스캔 내역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스캔하면 왜 이 병원이 추천되나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자주 빠지는 함정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0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 요약 — 어디서 관리하나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메뉴 구조 · 모든 화면 공통 규칙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시작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  —  어드민이 뭔가요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vs 어드민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= 외국 환자가 보는 화면 (영어/중국어).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= 운영자만 들어가는 관리 화면 (한국어). 주소: 우리사이트/admin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어드민에서 입력한 내용이 곧 홈페이지에 나타납니다 — 어드민이 원본, 홈페이지가 결과물.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로그인: /admin 접속 → 관리자 키 입력 (운영 책임자에게 받기).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시작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  —  왼쪽 메뉴 구조 (5개 묶음)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4142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카탈로그 (기본 재료)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· 시술 · 기기 · 고민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병원과 무관한 "정보 그 자체". 모든 것의 바탕.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매트릭스 (연결)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· 시술↔기기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재료들을 연결. 자동 추천 품질의 80%가 여기서.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· 인력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· 의사 · B&amp;A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병원/의사/전후사진. 신뢰 시그널.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피드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메인에 흐르는 "M. in Singapore — HIFU" 사회적 증거.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모니터링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스캔 내역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비용/호출 기록 보기 전용. 입력 안 함.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시작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  —  모든 화면 공통 규칙 (꼭)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기본 규칙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별표(*) = 반드시 입력. 비우면 저장 안 됨.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식별자 = 영문 소문자+숫자+밑줄(예: hifu_face). 주소·사진폴더·연결에 사용. 한 번 정하면 절대 변경 금지, 같은 메뉴 내 중복 금지.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칸 = 끌어놓거나 클릭해 업로드 → 자동 저장. 주소를 손으로 칠 필요 없음.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칸 = 한국어/영어는 꼭, 중국어는 가능한 채우기(중국 환자 비중 큼).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"활성(사이트 노출)" 체크 해제 = 홈페이지에서 숨김.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"저장됨" 메시지 = 성공. 삭제는 완전삭제 아닌 숨김(복구 가능).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칸 라벨 옆 ? 에 마우스 올리면 설명이 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순서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항목이 앞 항목을 필요로 합니다 — 반드시 이 순서로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전체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순서  —  8단계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6611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8개 들어있음 — 사진만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환자가 쓰는 검색 키워드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 리프팅 등 시술 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울쎄라 등 장비 브랜드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매트릭스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추천 품질의 핵심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시술↔기기 매트릭스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시술별 가능 장비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브랜드·제공시술·의사·전후사진 한 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0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피드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부팅용 5~10개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98932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비어있는 환경이라면 병원 1곳당 약 30분. 자세한 의존관계는 docs/data_seeding_order.xlsx 참조.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시술과 고민을 묶는 가장 큰 분류 (얼굴/눈/코/바디/피부/헤어/웰니스/치과)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카탈로그 &gt; 카테고리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 —  입력 칸 (1/2)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새로 만들기보다 "사진만 채우는" 일입니다. 홈 카드 배경은 "카테고리 페이지 히어로" 칸을 씁니다 — 8개 모두 채우세요.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face, eyes, nose 같은 영문 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카테고리명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얼굴, 눈, 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카테고리명 (영어)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Face, Eyes, Nose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카테고리명 (중/일)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面部 / 顔 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얼굴미용/바디/재생/수술/피부과/치과 중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카테고리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비움 (하위 카테고리 만들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낮은 숫자가 먼저. 예: 10, 20, 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페이지 히어로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 넓은 큰 사진(1600px+) = 홈 카드 배경 사진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카탈로그 &gt; 카테고리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 —  입력 칸 (2/2)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썸네일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카드는 위 히어로를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(사이트 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(검색 키워드)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 환자가 자기 문제를 부르는 표현 — 시술명이 아니라 환자 언어 그대로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카탈로그 &gt; 고민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(검색 키워드)  —  입력 칸 (1/2)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화면에서 환자가 고르는 칩(버튼)이 됩니다. "카테고리"를 채우면 칩들이 얼굴·피부 식으로 깔끔히 묶입니다.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sagging, pores, acne_scars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처짐, 모공, 여드름 흉터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(영어)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sagging, pores, acne scars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(중/일)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松弛, 毛孔 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(한/영)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 짧은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선택 → 스캔 화면에서 고민을 그룹으로 묶음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부위 (보조)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 / body / skin 등 거친 분류 (통계용)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낮을수록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카탈로그 &gt; 고민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(검색 키워드)  —  입력 칸 (2/2)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병원과 무관한 "시술 그 자체" 정보 (가격·장비는 병원별로 따로)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카탈로그 &gt; 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정보. 다음 장에 분류·의학정보·가격·사진이 이어집니다.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hifu_face, rhinoplasty_revision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선택 (어느 그리드에 들어갈지)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시술명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 얼굴 리프팅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시술명 (영어)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 Face Lifting (검색/SEO에 직접 영향)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시술명 (중/일)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설명 (한국어)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2~3문장. 원리/효과/대상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설명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결과 요약문에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7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추천에만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카탈로그 &gt; 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— 분류 · 의학 정보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작용 기전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 키워드 콤마. hifu, rf, injection_filler, surgery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 중 선택 (내부 분류)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부위 키워드 콤마. face, neck / nose / skin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7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추천에만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통증 (1-5)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1=거의없음 ~ 5=매우강함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자연/보통/드라마틱 (카드 필터에도 사용)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다운타임 (일)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회복 일수 0~21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발현 / 효과 지속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즉시·서서히 / 일시·몇개월·수년·영구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횟수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몇 회. 1, 3, 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카탈로그 &gt; 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— 수술 정보 (수술인 경우만)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수술 여부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수술이면 체크 (체크해야 아래가 의미)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마취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도포/국소/수면/전신/무마취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수술 시간 (시간)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= 1시간 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입원 일수 / 실밥 제거일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/ 수술 후 며칠째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부기 최대일 / 최종 결과(주)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 / 예: 12주 후 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재수술 정책 있음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재수술 보장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카탈로그 &gt; 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— 시장 가격 · 장비 · 사진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가격 하한/상한 (원)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참고용 범위. 실가격은 병원별로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단위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회당, 100샷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 종류 / 자주쓰는 수량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샷·cc·회·부위·정액 / 100,200,300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장비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Ulthera SPT, Shurink, Thermage FLX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썸네일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 또는 4:3, 800px = 카테고리 그리드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상세 히어로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16:9, 1600px+ = 상세 페이지 상단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예시 갤러리 / 일러스트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(선택, 현재 화면 미표기)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태그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검색 / 보통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브랜드(울쎄라·슈링크·써마지). 환자가 기기명으로 검색 → /device/:slug 전용 페이지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카탈로그 &gt; 기기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ulthera, shurink, thermage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기기명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울쎄라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기기명 (영어)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Ulthera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기기명 (중/일)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超声刀 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메커니즘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검색 선택. hifu, rf (없으면 메커니즘 메뉴에서 먼저)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제조사 / 원산지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Merz, Classys / US, KR, 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줄. "FDA 1호 집속초음파 리프팅" → 기기 페이지 소개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(한/중/일)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(현재 영어 설명을 사용)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 iconic/premium/k-favorite/classic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hifu, non-invasive (추천 매칭 보조)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7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추천에만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썸네일 / 페이지 히어로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기기 그리드 / 기기 페이지 상단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갤러리 / 노출 순서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(미표기) / 낮을수록 먼저 /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고민↔시술 매트릭스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고민에는 이 시술이 잘 맞는다"를 손으로 연결 — 자동 추천의 80%가 여기서 결정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가장 중요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매트릭스 &gt; 고민↔시술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고민↔시술 매트릭스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고민별 카드 → 각 카드에 "+ 시술 추가". 한 고민+한 시술 쌍은 한 번만 연결(중복 불가).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카드가 곧 이것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검색해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primary(핵심)/secondary(보조)/adjunct(병행 도움) — 추천 점수에 직접 영향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7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추천에만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이유 (한국어)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맞는지 한 줄 (향후 결과 카드 노출 예정)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이유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(영문)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매트릭스 &gt; 고민↔시술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고민↔시술 매트릭스  —  왜 가장 중요한가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관련도가 추천을 좌우합니다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환자가 "모공"을 고르면 → 모공에 primary로 연결된 시술이 추천 맨 위로.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+50점 / secondary +28점 / adjunct +12점 (16번 매칭 원리 참고).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시술이나 primary로 남발하면 엉뚱한 추천이 나옵니다 — 정성껏 고르세요.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매트릭스가 비어 있으면 추천에 아무 병원도 안 나옵니다.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시술↔기기 매트릭스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시술은 어떤 기기로 가능한가" — 같은 HIFU 리프팅도 울쎄라/슈링크/리프테라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매트릭스 &gt; 시술↔기기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시술↔기기 매트릭스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시술별 카드에서 "+ 기기 추가". 한 시술당 보통 1~4개. 한 시술+한 기기 쌍은 한 번만(중복 불가).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카드가 곧 이것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primary(대표 장비)/alternative(대체)/compatible(호환만)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 (한/영/중/일)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"특정 부위에만 권장"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시술 안 기기 정렬. 낮을수록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 (부록)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작용 원리(HIFU·RF·보톡스). 이미 다 들어있음 — 보통 손댈 일 없음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/ADMIN/MECHANISMS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 (부록)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사이드바엔 안 보이지만 /admin/mechanisms 로 진입. 새 시술이 완전히 새로운 원리를 쓸 때만 추가.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hifu, rf, laser_pico (영문 소문자+밑줄)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메커니즘명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집속초음파(HIFU)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메커니즘명 (영어)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메커니즘명 (중/일)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(한/영)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"집속초음파로 SMAS층 자극"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 중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순서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낮을수록 먼저 / 보통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브랜드와 병원의 관계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운영자는 브랜드를 따로 만들 필요 없습니다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개념 정리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브랜드와 병원의 관계  —  한 장으로 이해하기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vs 병원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= 상호/체인 본부 (예: "리엔장"). 로고·창립의사 정보.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= 실제 지점 (예: "리엔장 강남점", "리엔장 부산점"). 주소·전화·시술·가격.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브랜드의 여러 지점 = 각각 별도의 "병원"으로 추가.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운영자는 병원을 추가할 때 화면 안 "브랜드 정보" 칸만 채우면 됨 → 시스템이 알아서 브랜드 생성·연결.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지점 1곳 = 1행. 한 화면에서 정보·브랜드·위치·응대·신뢰·사진·시술·의사·전후사진 모두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 —  가장 흔한 실수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"계약 상태 = active" 가 아니면 안 보입니다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상태를 active 로 안 두면 그 병원은 사이트·추천 어디에도 안 나옵니다.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등록을 마쳤는데 병원이 안 보이면 99% 이것 때문입니다.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병원은 처음엔 pending → 검토 후 active 로 변경.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— 기본 · 브랜드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hershe_청담점 (한글 지점명 허용)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강남점, 청담점. 단일이면 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간판명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간판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간판명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제목/검색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브랜드명 (한국어)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지점이면 모두 똑같이. 비우면 자동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브랜드명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카드·비교표 병원명, WhatsApp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로고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 PNG/SVG (향후 헤더/카드)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대표/창립 의사 · 전문성 · 체인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최우식 / niche·device_led·general /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— 위치 · 연락처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KR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서울, 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강남구, 해운대구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청담동, 마린시티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 (한/영) · 위도/경도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구글맵에서 복사 (현재 화면 미표기)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전화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02-555-2424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/ WeChat / WhatsApp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상세 연락 줄에 표시 (WeChat 중요)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/ LINE / 홈페이지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(현재 화면 미표기)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— 외국 환자 응대 (상세의 체크리스트)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응대 가능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콤마: ko, en, zh → 국기 칩 + 언어일치 추천 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 코디네이터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→ 체크리스트 + 추천 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영어 가능 의사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→ 체크리스트 + 영어 환자 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공항 픽업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→ 체크리스트 + "Pickup" 뱃지 + 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통역사 상주 · 여성 의사 · 해외카드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체크 → 체크리스트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회복 숙소 제휴 · 할랄 · 1인실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체크 → 체크리스트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마취과 전문의 상주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수술 안전 신호 → 체크리스트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통역 가능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(현재 화면 미표기)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— 신뢰 · 사진 · 운영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클레임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"50개국 4만명 무사고" → 상세 히어로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외국 환자 건수 / 개원 연도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대략 / 4자리 → 상세 메타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B&amp;A 보유 사진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대략 숫자 → 상세 "B/A photos"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썸네일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4:3/1:1, 800px → 비교/카테고리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페이지 히어로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16:9, 1600px+ → 병원 상세 상단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 갤러리 · 대체텍스트 · 외부리뷰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(현재 화면 미표기)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만 노출! 신규 pending → active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수수료 / 운영 메모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 / 내부 메모 / 보통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병원·인력 &gt; 병원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— 화면 아래 패널 3개  —  저장 후 패널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저장하면 같은 화면 아래에 생깁니다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이 병원이 제공하는 시술 = "병원×시술 가격표" → 11번 섹션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의사 = 인라인으로 의사 추가 → 12번 섹션 필드와 동일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B&amp;A(전후사진) = 인라인으로 전후 사진 추가 → 13번 섹션 필드와 동일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 없이 한 화면에서 "+ 추가"로 바로바로 등록합니다.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× 시술 가격표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병원이 한 시술을 얼마에/어떤 장비로/어떤 이벤트로 제공하는지 (병원마다 1줄씩)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병원 화면 안 "제공 시술" 패널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× 시술 가격표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메뉴는 숨겨져 있고, 병원 편집 화면 안에서 관리합니다.</a:t>
            </a:r>
            <a:endParaRPr lang="en-US" sz="12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지점 / 시술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화면 안이면 자동 연결 / 이름으로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제공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체크(기본). 풀면 추천에서 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7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추천에만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자체 명칭 (한국어)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슈링크 600샷 패키지. 비우면 시술명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공개 허용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체크해야 시작 가격이 사이트에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가격 (원)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숫자만. 390000 = ₩390,000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안내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"100/200/300샷 옵션"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가격대(티어)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 ~ $$$$ (현재는 시작가를 주로 표시)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병원 화면 안 "제공 시술" 패널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× 시술 — 이벤트 · 장비 · 사진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진행 중 /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→ "event" 뱃지 + 추천 가산 / "5월 -30%"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종료일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(자동 종료)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"회복 호텔 3박 포함" → "Package" 뱃지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장비 브랜드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Ulthera Prime, Thermage FLX → 비교표 + 기기 매칭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시그너처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시술이면 체크 → ★뱃지 + 추천 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시술 제공 연수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→ 비교표 "Ny"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썸네일/히어로 (자체 샷)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자체 사진 있을 때만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담당의사 전문 · 수량 · 출처 ·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(현재 화면 미표기 / 내부)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병원 화면 안 "제공 시술" 패널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× 시술 — 주의  —  주의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넣어도 안 보일 수 있습니다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"가격 공개 허용"을 체크 안 하면 환자에겐 "상담"으로만 표시됩니다.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의료광고법 대응 — 공개해도 되는 병원만 체크하세요.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소속 의사. 외국 환자가 "누가 시술하나"를 가장 신뢰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병원·인력 &gt; 의사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 —  현재 안내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전용 노출 페이지는 준비 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정보는 현재 환자 화면에 직접 노출되는 페이지가 아직 없습니다(내부).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신뢰 자산이고 곧 노출 예정 → 우선순위 병원(Hershe·노즈립·리엔장 강남·우아)부터 채워두면 좋습니다.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병원·인력 &gt; 의사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choi_woosik_noselab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병원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(한국어)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김민태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(영어) / 직책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Dr. Min-tae Kim / 원장·Chief Doctor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정면 사진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1:1, 800px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경력(년) / 전문 분야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rhinoplasty, double_eyelid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학력·자격증·학회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 형식 — 예시 복사 후 값만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구사 언어 / 소개(한·영·중·일)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ko, en, zh / 3~5문장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의사 / 노출 순서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대표로 노출 / 낮을수록 먼저 /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병원·인력 &gt; 의사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— 전문 형식 칸 작성법  —  작성법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값만 바꾸세요 (대괄호·중괄호·따옴표 위치 유지)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학력:  [{"year":2008,"school":"서울대학교 의과대학","degree":"MD"}]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자격증:  [{"name":"성형외과 전문의","issuer":"대한성형외과학회","year":2014}]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학회:  [{"society":"ISAPS","role":"member"}]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개면 쉼표로 이어 붙입니다:  [ {...}, {...} ]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B&amp;A (전후사진)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동의받은 시술 전/후 사진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병원·인력 &gt; B&amp;A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B&amp;A (전후사진)  —  두 가지 주의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지키세요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환자 서면 동의 필수 (개인정보보호법). "서면 동의 보유"를 체크하지 않으면 등록 금지.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전후사진 전용 갤러리도 현재 환자 화면에 아직 없습니다(내부). 동의받아 모아두되 노출은 추후.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병원·인력 &gt; B&amp;A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B&amp;A (전후사진)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/ 담당 의사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전 사진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각도/조명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후 사진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전과 같은 각도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케이스 제목·연령대·성별·국가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"30대 여성·하안검" / 20s / f / CN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후(주) / 사용 장비 /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2=2주후 / 콤마 / 메모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동의 보유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 동의서 있을 때만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범위 / 익명 처리 / 활성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public·logged_in·staff_only / 체크 /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피드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메인에 흐르는 "M. in Singapore — HIFU · 3분 전" 사회적 증거 (익명 표기)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콘텐츠 &gt; 실시간 피드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피드  —  입력 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규칙: 이니셜 1자 + 국가만. 풀네임·도시·병원명 금지. 초기엔 운영자가 5~10개 직접 만들어 메인을 채웁니다.</a:t>
            </a:r>
            <a:endParaRPr lang="en-US" sz="12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97880"/>
                <a:gridCol w="713232"/>
                <a:gridCol w="1618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넣나 ·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seed(운영자) 선택. 실 환자는 자동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이니셜 표기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1자+점. "M." (풀네임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063"/>
                          </a:solidFill>
                        </a:rPr>
                        <a:t>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코드 / 국가 표기(영어)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SG → 국기 / Singapore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시술/고민 (선택)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이름으로 검색 (내부 연결)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표기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HIFU Lifting → 티커 시술명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matched(가장 흔함)/consulted/quoted/booked → 색 뱃지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메모 (영어)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"matched with 3 clinics"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/ 우선순위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체크=보임 / 높을수록 위로 (보통 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시각 / 만료 시각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"N분 전" 기준 / 비우면 영구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환자에게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181344"/>
            <a:ext cx="10634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필수   </a:t>
            </a:r>
            <a:pPr algn="l" indent="0" marL="0">
              <a:buNone/>
            </a:pPr>
            <a:r>
              <a:rPr lang="en-US" sz="900" dirty="0">
                <a:solidFill>
                  <a:srgbClr val="E6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환자에게 보임 </a:t>
            </a:r>
            <a:pPr algn="l" indent="0" marL="0">
              <a:buNone/>
            </a:pPr>
            <a:r>
              <a:rPr lang="en-US" sz="9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추천에만 영향 </a:t>
            </a:r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내부용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스캔 내역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스캔·추천 합성 호출 기록 — 보기 전용 (입력하지 않음)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운영·모니터링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스캔 내역  —  무엇을 보나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비용·호출 모니터링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종류: analyze(얼굴 스캔) / synthesize(Romie 추천 합성).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IP·세션·모델·입출력 토큰·비용(USD)·응답시간(ms)·HTTP(200 성공/500 에러)·에러.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IP별 5분 쿨다운으로 남용 방지. 누적 비용 합계는 대시보드 상단 카드.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사이클(스캔+합성) 비용 ≈ $0.0006 (약 0.8원).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스캔하면 왜 이 병원이 추천되나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매트릭스를 잘 채워야 하는 이유 — 추천은 2단계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가장 중요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매칭 원리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스캔하면 왜 이 병원이 추천되나  —  1단계 — 후보 추리기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0634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09728" cy="402336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아래를 전부 통과해야 추천에 등장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98115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병원 계약 상태 = active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그 시술이 "현재 제공 중" 체크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가격 공개 병원이면 시작 가격 ≤ 환자 예산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시술 다운타임 ≤ 환자 허용 회복일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시술 통증 ≤ 환자 허용 통증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그 시술이 환자가 고른 고민 중 최소 1개와 연결 (= 고민↔시술 매트릭스)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⑥ 때문에 매트릭스가 비면 아무도 추천되지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매칭 원리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스캔하면 왜 이 병원이 추천되나  —  2단계 — 점수로 줄 세우기 (최대 8곳)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관련도(+50)가 가장 셉니다 → 매트릭스가 추천 품질의 80%. 같은 시술은 점수 1등 병원만 노출.</a:t>
            </a:r>
            <a:endParaRPr lang="en-US" sz="12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44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3776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운영자가 조절하는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 관련도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primary +50 / secondary +28 / adjunct +12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매트릭스 "관련도"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스타일 적합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+24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"강도"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여유 / 할인율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+12 / 약 +25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병원×시술 가격·이벤트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시그너처 / 이벤트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 / +6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병원×시술 체크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언어·영어의사·픽업·코디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 / +3 / +3 / +3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응대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기기 일치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실사용 +18 / 매트릭스 +9·+5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병원×시술 장비 + 시술↔기기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빠지는 함정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생기면 여기부터 점검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체크리스트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빠지는 함정  —  8가지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474720"/>
                <a:gridCol w="661111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병원이 사이트에 안 보임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십중팔구 계약 상태가 active 가 아님 (1순위)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추천에 아무도 안 나옴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매트릭스가 비었거나 연결 안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가격이 "상담"으로만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병원×시술 "가격 공개 허용" 체크 안 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링크·사진이 깨짐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식별자를 나중에 바꿈 — 절대 변경 금지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전후사진 동의 없이 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개인정보보호법 위반 — "서면 동의 보유" 없으면 금지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저장이 안 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별표(*) 칸을 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카드가 회색 빈 박스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 비움 — 최소 썸네일은 넣기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</a:rPr>
                        <a:t>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만들다가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순서 어김 (1번 섹션 순서대로)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 요약 — 어디서 관리하나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싶은 일 → 어디로 가면 되는지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·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Glow Up Seoul · 운영자 매뉴얼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 요약 — 어디서 관리하나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207008"/>
            <a:ext cx="146304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793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 싶은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병원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메뉴 → + 새로 만들기 (브랜드·시술·의사·전후사진 다 그 안에서)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가격 바꾸기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편집 → "제공 시술" 패널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자체 설명/사진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메뉴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고민엔 이 시술"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고민↔시술 매트릭스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페이지 만들기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메뉴 + 시술↔기기 매트릭스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흐르는 후기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피드 메뉴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병원이 안 보일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편집 → 계약 상태 = active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18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스캔 내역 / 대시보드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8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03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0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 하나로 충분합니다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17번(함정) → 18번(요약) 순으로 확인하세요.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텍스트본: docs/admin-manual.md   ·   데이터 구조: CLAUDE.md §8   ·   시드 순서: CLAUDE.md §25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Glow Up Seoul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Glow Up Seoul — 운영자 매뉴얼</dc:title>
  <dc:subject>운영자 어드민 사용 설명서</dc:subject>
  <dc:creator>Glow Up Seoul</dc:creator>
  <cp:lastModifiedBy>Glow Up Seoul</cp:lastModifiedBy>
  <cp:revision>1</cp:revision>
  <dcterms:created xsi:type="dcterms:W3CDTF">2026-06-06T04:30:13Z</dcterms:created>
  <dcterms:modified xsi:type="dcterms:W3CDTF">2026-06-06T04:30:13Z</dcterms:modified>
</cp:coreProperties>
</file>